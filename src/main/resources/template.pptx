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5447" r:id="rId4"/>
  </p:sldMasterIdLst>
  <p:notesMasterIdLst>
    <p:notesMasterId r:id="rId9"/>
  </p:notesMasterIdLst>
  <p:handoutMasterIdLst>
    <p:handoutMasterId r:id="rId10"/>
  </p:handoutMasterIdLst>
  <p:sldIdLst>
    <p:sldId id="2147479606" r:id="rId5"/>
    <p:sldId id="2147479609" r:id="rId6"/>
    <p:sldId id="2147479607" r:id="rId7"/>
    <p:sldId id="2147479610" r:id="rId8"/>
  </p:sldIdLst>
  <p:sldSz cx="12192000" cy="6858000"/>
  <p:notesSz cx="6858000" cy="9144000"/>
  <p:embeddedFontLst>
    <p:embeddedFont>
      <p:font typeface="Segoe UI" panose="020B0502040204020203" pitchFamily="3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Java Day 2026" id="{97181391-28F0-E141-A671-65BB1BC65989}">
          <p14:sldIdLst>
            <p14:sldId id="2147479606"/>
            <p14:sldId id="2147479609"/>
            <p14:sldId id="2147479607"/>
            <p14:sldId id="214747961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作成者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作成者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BEC"/>
    <a:srgbClr val="EEEEEC"/>
    <a:srgbClr val="EEF1EC"/>
    <a:srgbClr val="EEF3F0"/>
    <a:srgbClr val="F0F3F0"/>
    <a:srgbClr val="F2F3F0"/>
    <a:srgbClr val="F4F4F2"/>
    <a:srgbClr val="F5F2EF"/>
    <a:srgbClr val="F2F3F2"/>
    <a:srgbClr val="F2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5E5198-8368-450D-8EB4-459DEE95777A}" v="7" dt="2026-04-22T05:48:07.6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491" autoAdjust="0"/>
    <p:restoredTop sz="96328" autoAdjust="0"/>
  </p:normalViewPr>
  <p:slideViewPr>
    <p:cSldViewPr snapToGrid="0">
      <p:cViewPr varScale="1">
        <p:scale>
          <a:sx n="102" d="100"/>
          <a:sy n="102" d="100"/>
        </p:scale>
        <p:origin x="48" y="64"/>
      </p:cViewPr>
      <p:guideLst/>
    </p:cSldViewPr>
  </p:slideViewPr>
  <p:outlineViewPr>
    <p:cViewPr>
      <p:scale>
        <a:sx n="33" d="100"/>
        <a:sy n="33" d="100"/>
      </p:scale>
      <p:origin x="0" y="-233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9" d="100"/>
          <a:sy n="79" d="100"/>
        </p:scale>
        <p:origin x="2860" y="5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handoutMaster" Target="handoutMasters/handoutMaster1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CC6C8B-A2DB-40D6-90DB-D8916C84A341}" type="datetime8">
              <a:rPr lang="en-US" altLang="ja-JP" smtClean="0">
                <a:latin typeface="Segoe UI" pitchFamily="34" charset="0"/>
              </a:rPr>
              <a:t>4/22/2026 2:34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D6E2AE7C-2C41-4D23-B621-EE88FD0DC2D1}" type="datetime8">
              <a:rPr lang="en-US" altLang="ja-JP" smtClean="0"/>
              <a:t>4/22/2026 2:34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ava D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431B95A-31EB-D271-123A-4DA1DAE57E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l="44572" r="3851" b="3226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ABFA5696-0738-B1CE-D29A-72D78321B7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4025566"/>
            <a:ext cx="4978400" cy="215444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4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47949930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bg>
      <p:bgPr>
        <a:solidFill>
          <a:srgbClr val="ECEB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A790529-4DD0-ED7F-7041-54E976B7A1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l="14993" r="51323"/>
          <a:stretch>
            <a:fillRect/>
          </a:stretch>
        </p:blipFill>
        <p:spPr>
          <a:xfrm>
            <a:off x="8045671" y="0"/>
            <a:ext cx="4146329" cy="6858000"/>
          </a:xfrm>
          <a:prstGeom prst="rect">
            <a:avLst/>
          </a:prstGeom>
        </p:spPr>
      </p:pic>
      <p:sp>
        <p:nvSpPr>
          <p:cNvPr id="21" name="テキスト プレースホルダー 20">
            <a:extLst>
              <a:ext uri="{FF2B5EF4-FFF2-40B4-BE49-F238E27FC236}">
                <a16:creationId xmlns:a16="http://schemas.microsoft.com/office/drawing/2014/main" id="{85078821-A272-B491-3081-38A0264B76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7550" y="1954008"/>
            <a:ext cx="9836150" cy="615553"/>
          </a:xfrm>
        </p:spPr>
        <p:txBody>
          <a:bodyPr/>
          <a:lstStyle>
            <a:lvl1pPr>
              <a:buNone/>
              <a:defRPr sz="4000" b="1">
                <a:solidFill>
                  <a:srgbClr val="113084"/>
                </a:solidFill>
              </a:defRPr>
            </a:lvl1pPr>
          </a:lstStyle>
          <a:p>
            <a:pPr lvl="0"/>
            <a:r>
              <a:rPr kumimoji="1" lang="ja-JP" altLang="en-US" dirty="0"/>
              <a:t>セッションタイトル</a:t>
            </a: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4999B257-83B8-0463-EF02-C7F6CEBE48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603" y="4685866"/>
            <a:ext cx="3502025" cy="276999"/>
          </a:xfrm>
        </p:spPr>
        <p:txBody>
          <a:bodyPr/>
          <a:lstStyle>
            <a:lvl1pPr>
              <a:buNone/>
              <a:defRPr sz="1800">
                <a:solidFill>
                  <a:srgbClr val="113084"/>
                </a:solidFill>
              </a:defRPr>
            </a:lvl1pPr>
          </a:lstStyle>
          <a:p>
            <a:pPr lvl="0"/>
            <a:r>
              <a:rPr kumimoji="1" lang="ja-JP" altLang="en-US" dirty="0"/>
              <a:t>スピーカー情報</a:t>
            </a:r>
          </a:p>
        </p:txBody>
      </p:sp>
      <p:sp>
        <p:nvSpPr>
          <p:cNvPr id="25" name="テキスト プレースホルダー 15">
            <a:extLst>
              <a:ext uri="{FF2B5EF4-FFF2-40B4-BE49-F238E27FC236}">
                <a16:creationId xmlns:a16="http://schemas.microsoft.com/office/drawing/2014/main" id="{0D7B9F9B-7988-61FC-939A-94D3E0C72B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50265" y="4685866"/>
            <a:ext cx="3502025" cy="276999"/>
          </a:xfrm>
        </p:spPr>
        <p:txBody>
          <a:bodyPr/>
          <a:lstStyle>
            <a:lvl1pPr>
              <a:buNone/>
              <a:defRPr sz="1800">
                <a:solidFill>
                  <a:srgbClr val="113084"/>
                </a:solidFill>
              </a:defRPr>
            </a:lvl1pPr>
          </a:lstStyle>
          <a:p>
            <a:pPr lvl="0"/>
            <a:r>
              <a:rPr kumimoji="1" lang="ja-JP" altLang="en-US" dirty="0"/>
              <a:t>スピーカー情報</a:t>
            </a:r>
          </a:p>
        </p:txBody>
      </p:sp>
    </p:spTree>
    <p:extLst>
      <p:ext uri="{BB962C8B-B14F-4D97-AF65-F5344CB8AC3E}">
        <p14:creationId xmlns:p14="http://schemas.microsoft.com/office/powerpoint/2010/main" val="70361274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ava Day presentation title 2">
    <p:bg>
      <p:bgPr>
        <a:solidFill>
          <a:srgbClr val="ECEB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003A808A-2756-8297-248D-398321C5CA79}"/>
              </a:ext>
            </a:extLst>
          </p:cNvPr>
          <p:cNvPicPr/>
          <p:nvPr userDrawn="1"/>
        </p:nvPicPr>
        <p:blipFill>
          <a:blip r:embed="rId2"/>
          <a:srcRect t="4185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23B525F-87DF-C992-F6DA-A424525583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1CE8899-CFB5-1A24-0AEC-E56071FDCC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280047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</p:spTree>
    <p:extLst>
      <p:ext uri="{BB962C8B-B14F-4D97-AF65-F5344CB8AC3E}">
        <p14:creationId xmlns:p14="http://schemas.microsoft.com/office/powerpoint/2010/main" val="496928363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Java Day セッションタイトルとコンテンツ">
    <p:bg>
      <p:bgPr>
        <a:solidFill>
          <a:srgbClr val="ECEB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61B2780-516E-A0E7-F697-57EF3A640D1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673" b="48811"/>
          <a:stretch>
            <a:fillRect/>
          </a:stretch>
        </p:blipFill>
        <p:spPr>
          <a:xfrm flipH="1">
            <a:off x="0" y="4834328"/>
            <a:ext cx="12192000" cy="20236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113084"/>
                </a:solidFill>
              </a:defRPr>
            </a:lvl1pPr>
          </a:lstStyle>
          <a:p>
            <a:r>
              <a:rPr lang="ja-JP" altLang="en-US" dirty="0"/>
              <a:t>タイトルを入力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84200" y="1435100"/>
            <a:ext cx="11018838" cy="1612749"/>
          </a:xfrm>
        </p:spPr>
        <p:txBody>
          <a:bodyPr/>
          <a:lstStyle>
            <a:lvl1pPr>
              <a:buNone/>
              <a:defRPr>
                <a:solidFill>
                  <a:srgbClr val="113084"/>
                </a:solidFill>
              </a:defRPr>
            </a:lvl1pPr>
            <a:lvl2pPr>
              <a:defRPr>
                <a:solidFill>
                  <a:srgbClr val="113084"/>
                </a:solidFill>
              </a:defRPr>
            </a:lvl2pPr>
            <a:lvl3pPr>
              <a:defRPr>
                <a:solidFill>
                  <a:srgbClr val="113084"/>
                </a:solidFill>
              </a:defRPr>
            </a:lvl3pPr>
            <a:lvl4pPr>
              <a:defRPr>
                <a:solidFill>
                  <a:srgbClr val="113084"/>
                </a:solidFill>
              </a:defRPr>
            </a:lvl4pPr>
            <a:lvl5pPr>
              <a:defRPr>
                <a:solidFill>
                  <a:srgbClr val="113084"/>
                </a:solidFill>
              </a:defRPr>
            </a:lvl5pPr>
          </a:lstStyle>
          <a:p>
            <a:pPr lvl="0"/>
            <a:r>
              <a:rPr lang="ja-JP" altLang="en-US" dirty="0"/>
              <a:t>テキストを入力</a:t>
            </a:r>
            <a:endParaRPr lang="en-US" altLang="ja-JP" dirty="0"/>
          </a:p>
          <a:p>
            <a:pPr lvl="1"/>
            <a:r>
              <a:rPr lang="ja-JP" altLang="en-US" dirty="0"/>
              <a:t>テキストを入力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スライド番号プレースホルダー 4">
            <a:extLst>
              <a:ext uri="{FF2B5EF4-FFF2-40B4-BE49-F238E27FC236}">
                <a16:creationId xmlns:a16="http://schemas.microsoft.com/office/drawing/2014/main" id="{2C8F1B7C-EDBB-D61A-DE77-206652E56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3771" y="6445250"/>
            <a:ext cx="4629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82000"/>
                  </a:schemeClr>
                </a:solidFill>
                <a:latin typeface="Yu Gothic UI 本文"/>
              </a:defRPr>
            </a:lvl1pPr>
          </a:lstStyle>
          <a:p>
            <a:fld id="{F7184388-48E2-4F11-948C-C21207D82249}" type="slidenum">
              <a:rPr kumimoji="1" lang="ja-JP" altLang="en-US" smtClean="0"/>
              <a:pPr/>
              <a:t>‹#›</a:t>
            </a:fld>
            <a:endParaRPr kumimoji="1" lang="ja-JP" altLang="en-US" sz="1400"/>
          </a:p>
        </p:txBody>
      </p:sp>
    </p:spTree>
    <p:extLst>
      <p:ext uri="{BB962C8B-B14F-4D97-AF65-F5344CB8AC3E}">
        <p14:creationId xmlns:p14="http://schemas.microsoft.com/office/powerpoint/2010/main" val="3969717021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Java Day セッションタイトルとコンテンツ">
    <p:bg>
      <p:bgPr>
        <a:solidFill>
          <a:srgbClr val="ECEB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9471920-73BF-3082-4997-B12B0F81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84388-48E2-4F11-948C-C21207D82249}" type="slidenum">
              <a:rPr kumimoji="1" lang="ja-JP" altLang="en-US" smtClean="0"/>
              <a:pPr/>
              <a:t>‹#›</a:t>
            </a:fld>
            <a:endParaRPr kumimoji="1" lang="ja-JP" altLang="en-US">
              <a:latin typeface="Yu Gothic UI 本文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E4C272-AD92-A832-A2E0-32BA8E9996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11018520" cy="553998"/>
          </a:xfrm>
        </p:spPr>
        <p:txBody>
          <a:bodyPr/>
          <a:lstStyle>
            <a:lvl1pPr>
              <a:defRPr>
                <a:solidFill>
                  <a:srgbClr val="113084"/>
                </a:solidFill>
              </a:defRPr>
            </a:lvl1pPr>
          </a:lstStyle>
          <a:p>
            <a:r>
              <a:rPr lang="ja-JP" altLang="en-US" dirty="0"/>
              <a:t>タイトルを入力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E3E91B3-1238-B59B-093D-D771F76B235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84200" y="1435100"/>
            <a:ext cx="11018838" cy="1612749"/>
          </a:xfrm>
        </p:spPr>
        <p:txBody>
          <a:bodyPr/>
          <a:lstStyle>
            <a:lvl1pPr>
              <a:buNone/>
              <a:defRPr>
                <a:solidFill>
                  <a:srgbClr val="113084"/>
                </a:solidFill>
              </a:defRPr>
            </a:lvl1pPr>
            <a:lvl2pPr>
              <a:defRPr>
                <a:solidFill>
                  <a:srgbClr val="113084"/>
                </a:solidFill>
              </a:defRPr>
            </a:lvl2pPr>
            <a:lvl3pPr>
              <a:defRPr>
                <a:solidFill>
                  <a:srgbClr val="113084"/>
                </a:solidFill>
              </a:defRPr>
            </a:lvl3pPr>
            <a:lvl4pPr>
              <a:defRPr>
                <a:solidFill>
                  <a:srgbClr val="113084"/>
                </a:solidFill>
              </a:defRPr>
            </a:lvl4pPr>
            <a:lvl5pPr>
              <a:defRPr>
                <a:solidFill>
                  <a:srgbClr val="113084"/>
                </a:solidFill>
              </a:defRPr>
            </a:lvl5pPr>
          </a:lstStyle>
          <a:p>
            <a:pPr lvl="0"/>
            <a:r>
              <a:rPr lang="ja-JP" altLang="en-US" dirty="0"/>
              <a:t>テキストを入力</a:t>
            </a:r>
            <a:endParaRPr lang="en-US" altLang="ja-JP" dirty="0"/>
          </a:p>
          <a:p>
            <a:pPr lvl="1"/>
            <a:r>
              <a:rPr lang="ja-JP" altLang="en-US" dirty="0"/>
              <a:t>テキストを入力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74767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82AAD9C-3014-E92F-F6F4-7264AB708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2686" y="6272784"/>
            <a:ext cx="4629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Yu Gothic UI 本文"/>
              </a:defRPr>
            </a:lvl1pPr>
          </a:lstStyle>
          <a:p>
            <a:fld id="{F7184388-48E2-4F11-948C-C21207D82249}" type="slidenum">
              <a:rPr kumimoji="1" lang="ja-JP" altLang="en-US" smtClean="0"/>
              <a:pPr/>
              <a:t>‹#›</a:t>
            </a:fld>
            <a:endParaRPr kumimoji="1" lang="ja-JP" altLang="en-US">
              <a:latin typeface="Yu Gothic UI 本文"/>
            </a:endParaRPr>
          </a:p>
        </p:txBody>
      </p:sp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28" r:id="rId1"/>
    <p:sldLayoutId id="2147485530" r:id="rId2"/>
    <p:sldLayoutId id="2147485527" r:id="rId3"/>
    <p:sldLayoutId id="2147485529" r:id="rId4"/>
    <p:sldLayoutId id="2147485531" r:id="rId5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kumimoji="1" lang="en-US" sz="3600" b="0" kern="1200" cap="none" spc="-50" baseline="0" dirty="0" smtClean="0">
          <a:ln w="3175">
            <a:noFill/>
          </a:ln>
          <a:solidFill>
            <a:schemeClr val="tx2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kumimoji="1"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 userDrawn="1">
          <p15:clr>
            <a:srgbClr val="C35EA4"/>
          </p15:clr>
        </p15:guide>
        <p15:guide id="17" pos="7320" userDrawn="1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 userDrawn="1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 userDrawn="1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F8CD1D6-6347-5C22-7C0F-04102B719D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4309" y="2678255"/>
            <a:ext cx="4978400" cy="215444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81EE13A-371D-AD69-DDC3-D2503280E73F}"/>
              </a:ext>
            </a:extLst>
          </p:cNvPr>
          <p:cNvSpPr txBox="1"/>
          <p:nvPr/>
        </p:nvSpPr>
        <p:spPr>
          <a:xfrm>
            <a:off x="703179" y="1521837"/>
            <a:ext cx="7254461" cy="9649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8042" tIns="48042" rIns="48042" bIns="48042" numCol="1" spcCol="3810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ja-JP" sz="4700" b="1" dirty="0">
                <a:solidFill>
                  <a:srgbClr val="113084"/>
                </a:solidFill>
                <a:latin typeface="+mj-lt"/>
                <a:ea typeface="+mj-ea"/>
              </a:rPr>
              <a:t>Microsoft Java Day 2026</a:t>
            </a:r>
            <a:endParaRPr lang="en-US" altLang="en-US" sz="4700" b="1" dirty="0">
              <a:solidFill>
                <a:srgbClr val="113084"/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6577384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DAD57770-9B55-AE14-1F67-DCC61077D5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B7FABF17-6352-8D78-FC00-9B10E7C003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96306C0E-91D3-DA3B-71C1-22FD8C7B3F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69183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81C2A-A7CA-F96F-4FE7-DD1314F2E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B5E79E-46FC-7FEE-CCBC-7DD742B9C3E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E0C096-6400-3F4B-B546-464ADE90F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7184388-48E2-4F11-948C-C21207D82249}" type="slidenum">
              <a:rPr kumimoji="1" lang="ja-JP" altLang="en-US" smtClean="0"/>
              <a:pPr/>
              <a:t>3</a:t>
            </a:fld>
            <a:endParaRPr kumimoji="1" lang="ja-JP" altLang="en-US">
              <a:latin typeface="Yu Gothic UI 本文"/>
            </a:endParaRPr>
          </a:p>
        </p:txBody>
      </p:sp>
    </p:spTree>
    <p:extLst>
      <p:ext uri="{BB962C8B-B14F-4D97-AF65-F5344CB8AC3E}">
        <p14:creationId xmlns:p14="http://schemas.microsoft.com/office/powerpoint/2010/main" val="269582098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3511C0-EB21-4EDC-539C-5790648A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C4A249-11F5-88EF-4737-35BB24910CB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485961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zure 2023 Template">
  <a:themeElements>
    <a:clrScheme name="Custom 4">
      <a:dk1>
        <a:srgbClr val="000000"/>
      </a:dk1>
      <a:lt1>
        <a:srgbClr val="FFFFFF"/>
      </a:lt1>
      <a:dk2>
        <a:srgbClr val="0078D4"/>
      </a:dk2>
      <a:lt2>
        <a:srgbClr val="E8E6DF"/>
      </a:lt2>
      <a:accent1>
        <a:srgbClr val="0078D4"/>
      </a:accent1>
      <a:accent2>
        <a:srgbClr val="2A446F"/>
      </a:accent2>
      <a:accent3>
        <a:srgbClr val="49C5B1"/>
      </a:accent3>
      <a:accent4>
        <a:srgbClr val="8DE971"/>
      </a:accent4>
      <a:accent5>
        <a:srgbClr val="F4364F"/>
      </a:accent5>
      <a:accent6>
        <a:srgbClr val="C03BC4"/>
      </a:accent6>
      <a:hlink>
        <a:srgbClr val="091F2C"/>
      </a:hlink>
      <a:folHlink>
        <a:srgbClr val="091F2C"/>
      </a:folHlink>
    </a:clrScheme>
    <a:fontScheme name="ユーザー定義 1">
      <a:majorFont>
        <a:latin typeface="Segoe UI"/>
        <a:ea typeface="Yu Gothic UI"/>
        <a:cs typeface=""/>
      </a:majorFont>
      <a:minorFont>
        <a:latin typeface="Segoe UI"/>
        <a:ea typeface="Yu Gothic U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1" id="{662DC8C9-CFC0-405F-82A1-B248626FCAE6}" vid="{49C91371-712F-49B7-AFEB-59DA86371D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lcf76f155ced4ddcb4097134ff3c332f xmlns="8771bd4f-b81d-4e39-9c82-e4da5728982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132A0F015AB645B302CCC4D3F1C85B" ma:contentTypeVersion="14" ma:contentTypeDescription="Create a new document." ma:contentTypeScope="" ma:versionID="69b71a7f58a919e8e6980184d2fa0005">
  <xsd:schema xmlns:xsd="http://www.w3.org/2001/XMLSchema" xmlns:xs="http://www.w3.org/2001/XMLSchema" xmlns:p="http://schemas.microsoft.com/office/2006/metadata/properties" xmlns:ns1="http://schemas.microsoft.com/sharepoint/v3" xmlns:ns2="8771bd4f-b81d-4e39-9c82-e4da57289824" xmlns:ns3="230e9df3-be65-4c73-a93b-d1236ebd677e" targetNamespace="http://schemas.microsoft.com/office/2006/metadata/properties" ma:root="true" ma:fieldsID="a9eca7dda045504d0c5bb8726e2bb101" ns1:_="" ns2:_="" ns3:_="">
    <xsd:import namespace="http://schemas.microsoft.com/sharepoint/v3"/>
    <xsd:import namespace="8771bd4f-b81d-4e39-9c82-e4da57289824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71bd4f-b81d-4e39-9c82-e4da572898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3c998ec0-20f8-4307-910e-016293a62722}" ma:internalName="TaxCatchAll" ma:showField="CatchAllData" ma:web="56b74677-0c7f-48b2-b09c-ce6b4f38eb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B77B14-E7B8-42F9-A742-D809EB00B673}">
  <ds:schemaRefs>
    <ds:schemaRef ds:uri="http://purl.org/dc/terms/"/>
    <ds:schemaRef ds:uri="http://purl.org/dc/elements/1.1/"/>
    <ds:schemaRef ds:uri="http://schemas.microsoft.com/office/2006/metadata/properties"/>
    <ds:schemaRef ds:uri="http://schemas.microsoft.com/sharepoint/v3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03366e74-cefc-434f-8bf6-6ab70614eebf"/>
    <ds:schemaRef ds:uri="c3b84271-e271-41d1-be1c-49e1aa806760"/>
  </ds:schemaRefs>
</ds:datastoreItem>
</file>

<file path=customXml/itemProps2.xml><?xml version="1.0" encoding="utf-8"?>
<ds:datastoreItem xmlns:ds="http://schemas.openxmlformats.org/officeDocument/2006/customXml" ds:itemID="{7C16F9FC-6155-4504-AAAE-49913A5CA48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D24922-CF04-4EA8-8EFE-61DB6FDC3874}"/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Azure 2023 Template</Template>
  <TotalTime>0</TotalTime>
  <Words>5</Words>
  <Application>Microsoft Office PowerPoint</Application>
  <PresentationFormat>ワイド画面</PresentationFormat>
  <Paragraphs>2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Segoe UI</vt:lpstr>
      <vt:lpstr>Yu Gothic UI 本文</vt:lpstr>
      <vt:lpstr>Wingdings</vt:lpstr>
      <vt:lpstr>Arial</vt:lpstr>
      <vt:lpstr>Azure 2023 Template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Chihiro Sato (VML and Ogilvy Japan GK)</cp:lastModifiedBy>
  <cp:revision>25</cp:revision>
  <dcterms:created xsi:type="dcterms:W3CDTF">2025-10-26T15:37:32Z</dcterms:created>
  <dcterms:modified xsi:type="dcterms:W3CDTF">2026-04-22T05:50:14Z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0x01010026132A0F015AB645B302CCC4D3F1C85B</vt:lpwstr>
  </property>
  <property fmtid="{D5CDD505-2E9C-101B-9397-08002B2CF9AE}" pid="3" name="MediaServiceImageTags">
    <vt:lpwstr/>
  </property>
  <property fmtid="{D5CDD505-2E9C-101B-9397-08002B2CF9AE}" pid="4" name="Order">
    <vt:r8>34400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